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SUBMISSION TEMPLATE | GOOGLE CLOUD AI BUILDER CUP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Team Details &amp;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114800" cy="47548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27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TEAM REGISTRATION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3B82F6"/>
                </a:solidFill>
              </a:defRPr>
            </a:pPr>
            <a:r>
              <a:t>PROJECT NAME: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cortex.ai 🧠</a:t>
            </a:r>
          </a:p>
          <a:p>
            <a:pPr>
              <a:spcBef>
                <a:spcPts val="800"/>
              </a:spcBef>
              <a:defRPr sz="1100" b="1">
                <a:solidFill>
                  <a:srgbClr val="3B82F6"/>
                </a:solidFill>
              </a:defRPr>
            </a:pPr>
            <a:r>
              <a:t>TEAM NAME: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cortex.ai Team</a:t>
            </a:r>
          </a:p>
          <a:p>
            <a:pPr>
              <a:spcBef>
                <a:spcPts val="800"/>
              </a:spcBef>
              <a:defRPr sz="1100" b="1">
                <a:solidFill>
                  <a:srgbClr val="3B82F6"/>
                </a:solidFill>
              </a:defRPr>
            </a:pPr>
            <a:r>
              <a:t>TEAM LEADER: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Soham</a:t>
            </a:r>
          </a:p>
          <a:p>
            <a:pPr>
              <a:spcBef>
                <a:spcPts val="800"/>
              </a:spcBef>
              <a:defRPr sz="1100" b="1">
                <a:solidFill>
                  <a:srgbClr val="3B82F6"/>
                </a:solidFill>
              </a:defRPr>
            </a:pPr>
            <a:r>
              <a:t>CONTACT EMAIL: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Sohamp013@gmail.com</a:t>
            </a:r>
          </a:p>
          <a:p>
            <a:pPr>
              <a:spcBef>
                <a:spcPts val="800"/>
              </a:spcBef>
              <a:defRPr sz="1100" b="1">
                <a:solidFill>
                  <a:srgbClr val="3B82F6"/>
                </a:solidFill>
              </a:defRPr>
            </a:pPr>
            <a:r>
              <a:t>TRACK / THEME: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Enterprise AI Agents on Google Cloud &amp; Vertex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463040"/>
            <a:ext cx="6309360" cy="47548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27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9240" y="164592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2011680"/>
            <a:ext cx="5852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Disjointed Enterprise Portals: Employees face severe context switching across siloed HR systems, Jira issue trackers, payroll databases, cloud DevOps infrastructure, and office tools.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Catastrophic Security &amp; PII Risks: Standard LLM chatbots lack zero-trust access control. They risk leaking sensitive employee salaries, confidential records, or SSNs to unauthorized users.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Prompt Injection &amp; Jailbreak Vulnerability: Enterprise LLMs can be tricked via jailbreaks to extract internal system prompts, execute arbitrary tools, or exceed employee permission boundaries.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Lack of Human-in-the-Loop Governance: Autonomous AI tools that mutate infrastructure or send outbound communications can cause critical real-world damage without human verification.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 Absence of Native Enterprise Deliverables: Current assistants produce raw chat text rather than production-ready binary office deliverables (.docx reports, .pptx presentations).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GOOGLE CLOUD AI BUILDER CUP | TEMPLATE INSTRUCTIONS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Submission Structure &amp; Template Alignment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27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SUBMISSION COMPLIANCE &amp;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1">
                <a:solidFill>
                  <a:srgbClr val="10B981"/>
                </a:solidFill>
              </a:defRPr>
            </a:pPr>
            <a:r>
              <a:t>✔  Template Fidelity: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 This deck adheres strictly to the official Google Cloud AI Builder Cup template sections: Idea Overview, Opportunities &amp; USP, Features, Process Flows, Architecture, Tech Stack, Benchmarks, and Future Roadmap.</a:t>
            </a:r>
          </a:p>
          <a:p>
            <a:pPr>
              <a:spcBef>
                <a:spcPts val="1000"/>
              </a:spcBef>
              <a:defRPr sz="1300" b="1">
                <a:solidFill>
                  <a:srgbClr val="10B981"/>
                </a:solidFill>
              </a:defRPr>
            </a:pPr>
            <a:r>
              <a:t>✔  Full-Stack Working Prototype: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 cortex.ai is not a theoretical concept. It is a fully implemented, working enterprise orchestration hub built with FastAPI, Angular 18, Google Cloud Vertex AI, and Firebase Firestore.</a:t>
            </a:r>
          </a:p>
          <a:p>
            <a:pPr>
              <a:spcBef>
                <a:spcPts val="1000"/>
              </a:spcBef>
              <a:defRPr sz="1300" b="1">
                <a:solidFill>
                  <a:srgbClr val="10B981"/>
                </a:solidFill>
              </a:defRPr>
            </a:pPr>
            <a:r>
              <a:t>✔  100% Evaluation Success: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 Validated with a 15-scenario automated end-to-end evaluation runner verifying multi-agent routing, two-layer zero-trust security, Model Armor injection defense, and M365 binary generation.</a:t>
            </a:r>
          </a:p>
          <a:p>
            <a:pPr>
              <a:spcBef>
                <a:spcPts val="1000"/>
              </a:spcBef>
              <a:defRPr sz="1300" b="1">
                <a:solidFill>
                  <a:srgbClr val="10B981"/>
                </a:solidFill>
              </a:defRPr>
            </a:pPr>
            <a:r>
              <a:t>✔  Native Google Cloud &amp; Firebase Design: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  Architected specifically for Google Cloud Run containerized microservices, Vertex AI Gemini 2.5/3, Google Agent Development Kit (ADK), and Firebase Firestore/Auth/Hosting.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THE DIGITAL NERVOUS SYSTEM FOR THE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Brief About the Idea: cortex.ai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27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WHAT IS CORTEX.AI?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cortex.ai is an enterprise-grade AI orchestration platform and multi-agent integration hub built for corporate employees.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Unified Natural Language Shell: Replaces 10+ disparate corporate portals with one intelligent conversational interface.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Autonomous Task Decomposition: Deconstructs composite cross-domain queries (e.g., 'Summarize open IT tickets and email a deck to my manager') into parallel agent tasks.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Enterprise Microservice Federation: Connects to HR, Payroll, Jira, Cloud DevOps, and Microsoft 365 through dynamic OpenAPI/Swagger ingestion.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</a:defRPr>
            </a:pPr>
            <a:r>
              <a:t>•  Zero-Trust Guardrails: Rigorous authorization and prompt inspection before any tool or database can be touched.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27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HOW IT OPERATES AT RUNTIME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1. Intent &amp; Context Ingestion: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    User query passes into the Gemini-powered router with conversation memory and persona context.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2. Model Armor Defense: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    Incoming prompt is scanned for prompt injection, jailbreaks, and sensitive data exposure.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3. Two-Layer Authorization: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    Evaluates: (Agent Manifest Tool Allow-list) AND (User Persona RBAC Permission). Access denied if either fails.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4. Domain Agent Delegation: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    Dispatches to specialized Google ADK agents (HR, Finance, IT Support, Ops, Productivity).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5. Human-in-the-Loop Safeguards: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    Mutating actions (email send, cloud service restart) held as pending approval cards.</a:t>
            </a:r>
          </a:p>
          <a:p>
            <a:pPr>
              <a:defRPr sz="1100" b="1">
                <a:solidFill>
                  <a:srgbClr val="06B6D4"/>
                </a:solidFill>
              </a:defRPr>
            </a:pPr>
            <a:r>
              <a:t>6. Production Deliverables: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    Synthesizes real binary .docx and .pptx files directly downloadable from the chat 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MARKET DIFFERENTIATION &amp;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Opportunities, Differentiation &amp; Unique Selling Proposition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27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HOW IS IT DIFFERENT?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Two-Layer Zero-Trust Security: Unlike standard bots where LLMs have unchecked tool execution, cortex.ai enforces both Agent Manifest allow-lists and User RBAC personas.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Swagger-to-Agent Generator: No hardcoded tools. Teams import any OpenAPI/Swagger JSON or URL to spawn production-ready agent tools in seconds.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Real Office File Generation: Generates real binary .docx files and .pptx slide presentations with python-docx and python-pptx.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Strict Drafts-Only Email Policy: Zero auto-send hazards. Outlook emails are drafted and require human sign-off.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27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6459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HOW DOES IT SOLVE PROBLEMS?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✔ Eliminates App Fatigue: Centralizes HRIS, Jira, Firestore, Cloud Ops, and Microsoft 365 into one responsive web interface.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✔ Guarantees Data Confidentiality: Model Armor masks sensitive SSNs and account numbers; manifest rules block HR agents from accessing payroll APIs.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✔ Accelerates Cross-Domain Work: Executes composite tasks across multiple departments in seconds rather than manual multi-tool workflows.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✔ Compliant Audit Logging: Every intent resolution, authorization decision, and tool invocation is logged in Cloud Trace format.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64592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UNIQUE SELLING PROPOSITION (USP)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0116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🎯 The Core USP:</a:t>
            </a:r>
          </a:p>
          <a:p>
            <a:pPr>
              <a:spcAft>
                <a:spcPts val="1000"/>
              </a:spcAft>
              <a:defRPr sz="1300" b="1">
                <a:solidFill>
                  <a:srgbClr val="10B981"/>
                </a:solidFill>
              </a:defRPr>
            </a:pPr>
            <a:r>
              <a:t>"Zero-Trust Agentic Governance with Instant Enterprise Interoperability"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★ Unifies Google Vertex AI intelligence with enterprise least-privilege security.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★ Stops privilege escalation via Agent Manifest × User RBAC verification.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★ Onboards any REST API into the agent ecosystem with zero custom glue code via Swagger-to-Agent.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★ Empowers non-technical employees to generate real Office documents and execute multi-step workflows safely.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COMPREHENSIVE FEATURE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List of Features Offered by the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2402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27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1. MULTI-AGENT ROUTER &amp;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Gemini 2.5 / 3 powered natural language intent &amp; entity classifier.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Multi-turn conversational memory with context-aware session management.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Composite task decomposition into sub-tasks delegated to domain agents.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22402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27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2. TWO-LAYER ZERO-TRUST SECURITY &amp; 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Agent Manifest Allow-list (prevents confused deputy / tool poisoning).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User Persona RBAC (DevOps Admin, HR Director, Finance Officer, Contractor).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Immediate 403 blocking on unauthorized tool or data access attempts.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120640" cy="22402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27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60519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3. SHIELDGEMMA &amp; MODEL ARMOR 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3484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Google ShieldGemma &amp; Model Armor prompt injection interception (jailbreaks, leaks).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Automated PII anonymization (masks SSNs, accounts, sensitive compensation).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Human-in-the-Loop pending approval action cards for sensitive mutations.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77639"/>
            <a:ext cx="5120640" cy="22402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27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160519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4. AGENTS HUB &amp; MICROSOFT 365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434840"/>
            <a:ext cx="46634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Swagger-to-Agent Generator: 1-click import of any OpenAPI spec into agent tools.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Binary office document generation: real .docx memos and .pptx slide presentations.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Enterprise Prompt Library: 18 pre-built workflows with 1-click live execution.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END-TO-END EXECUTION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Process Flow &amp; Use-Case Sequence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27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STEP-BY-STEP ORCHESTRATION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011680"/>
            <a:ext cx="1600200" cy="29260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1417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B82F6"/>
                </a:solidFill>
              </a:defRPr>
            </a:pPr>
            <a:r>
              <a:t>1. USER INPUT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Employee enters query in Angular 18 Web Shell; authenticated Persona attached.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70632" y="2011680"/>
            <a:ext cx="1600200" cy="29260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2072" y="2103120"/>
            <a:ext cx="1417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EF4444"/>
                </a:solidFill>
              </a:defRPr>
            </a:pPr>
            <a:r>
              <a:t>2. MODEL ARMOR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Prompt screened for injection attacks, jailbreaks, and policy breaches.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35424" y="2011680"/>
            <a:ext cx="1600200" cy="29260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2103120"/>
            <a:ext cx="1417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3. INTENT ROUTER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Gemini router analyzes intent, extracts parameters, and selects Domain Agent.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216" y="2011680"/>
            <a:ext cx="1600200" cy="29260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2103120"/>
            <a:ext cx="1417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6B6D4"/>
                </a:solidFill>
              </a:defRPr>
            </a:pPr>
            <a:r>
              <a:t>4. ZERO-TRUST AUTH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Validates: Agent Manifest Tool Allow-list AND User Role RBAC.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011680"/>
            <a:ext cx="1600200" cy="29260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2103120"/>
            <a:ext cx="1417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10B981"/>
                </a:solidFill>
              </a:defRPr>
            </a:pPr>
            <a:r>
              <a:t>5. EXECUTION / HITL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Read queries execute on API. Sensitive mutations hold for Human Approval.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9800" y="2011680"/>
            <a:ext cx="1600200" cy="292608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40" y="2103120"/>
            <a:ext cx="1417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B82F6"/>
                </a:solidFill>
              </a:defRPr>
            </a:pPr>
            <a:r>
              <a:t>6. SYNTHESIS &amp; DL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Model Armor redacts PII; .docx/.pptx generated; final answer delivered.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5120640"/>
            <a:ext cx="10149840" cy="914400"/>
          </a:xfrm>
          <a:prstGeom prst="rect">
            <a:avLst/>
          </a:prstGeom>
          <a:solidFill>
            <a:srgbClr val="0F172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16636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🎯 PRIMARY USE CASE EXAMPLE: Cross-Domain IT &amp; Executive Reporting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User Prompt: "Create a 3-slide deck on open IT tickets and draft an email to the team lead" → Routed to Productivity Agent + IT Support Agent → Fetches Jira tickets → Generates IT_Tickets_Summary.pptx binary file → Drafts Outlook email without sending → Displays Human-in-the-Loop Approval Card.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UI / UX ARCHITECTURE &amp; SCREEN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Wireframes &amp; Mock Diagrams of Proposed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27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ANGULAR 18 ENTERPRISE WEB SHELL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011680"/>
            <a:ext cx="2286000" cy="3931920"/>
          </a:xfrm>
          <a:prstGeom prst="rect">
            <a:avLst/>
          </a:prstGeom>
          <a:solidFill>
            <a:srgbClr val="121826"/>
          </a:solidFill>
          <a:ln>
            <a:solidFill>
              <a:srgbClr val="27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⚡ cortex.ai Navigation</a:t>
            </a:r>
            <a:br/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Persona Selector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(DevOps, HR, Fin, Contractor)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💬 Chat Assistant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📚 Prompt Library (18)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🤖 Team Agents Hub (5)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🛠️ Tool Catalog (25)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🧠 Model Gateway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📜 Cloud Audit Trail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Firestore: :8080 (Live)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• Gateway: :8000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011680"/>
            <a:ext cx="4754880" cy="3931920"/>
          </a:xfrm>
          <a:prstGeom prst="rect">
            <a:avLst/>
          </a:prstGeom>
          <a:solidFill>
            <a:srgbClr val="0F172A"/>
          </a:solidFill>
          <a:ln>
            <a:solidFill>
              <a:srgbClr val="27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103120"/>
            <a:ext cx="45720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💬 Chat Workspace &amp; Agent Responses</a:t>
            </a:r>
            <a:br/>
          </a:p>
          <a:p>
            <a:pPr>
              <a:defRPr sz="900">
                <a:solidFill>
                  <a:srgbClr val="F8FAFC"/>
                </a:solidFill>
              </a:defRPr>
            </a:pPr>
            <a:r>
              <a:t>User: "Check status of Jira ticket PROJ-102"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Badge: [Handled by: it_support_agent]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cortex.ai: "VPN connection drops on macOS Sequoia — Status: In Progress (High Priority)"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-----------------------------------------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User: "Create a 3-slide deck on open IT tickets"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Badge: [Handled by: productivity_agent]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📄 Download Card: IT_Tickets_Summary.pptx (35.9 KB)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[Direct Download Link Active]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-----------------------------------------</a:t>
            </a:r>
          </a:p>
          <a:p>
            <a:pPr>
              <a:defRPr sz="900">
                <a:solidFill>
                  <a:srgbClr val="F8FAFC"/>
                </a:solidFill>
              </a:defRPr>
            </a:pPr>
            <a:r>
              <a:t>Input: [Type query... | Model: Gemini 3 Flash | ➤]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2011680"/>
            <a:ext cx="2743200" cy="3931920"/>
          </a:xfrm>
          <a:prstGeom prst="rect">
            <a:avLst/>
          </a:prstGeom>
          <a:solidFill>
            <a:srgbClr val="121826"/>
          </a:solidFill>
          <a:ln>
            <a:solidFill>
              <a:srgbClr val="27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103120"/>
            <a:ext cx="25603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🛡️ Governance &amp; Action Cards</a:t>
            </a:r>
            <a:br/>
          </a:p>
          <a:p>
            <a:pPr>
              <a:defRPr sz="850">
                <a:solidFill>
                  <a:srgbClr val="94A3B8"/>
                </a:solidFill>
              </a:defRPr>
            </a:pPr>
            <a:r>
              <a:t>HUMAN-IN-THE-LOOP CARD: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⚠️ Email Send Pending Approval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To: manager@enterprise.com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Subject: PTO Request</a:t>
            </a:r>
          </a:p>
          <a:p>
            <a:pPr>
              <a:defRPr sz="850">
                <a:solidFill>
                  <a:srgbClr val="10B981"/>
                </a:solidFill>
              </a:defRPr>
            </a:pPr>
            <a:r>
              <a:t>[Approve &amp; Execute] [Reject]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-------------------------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ZERO-TRUST DENIAL: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🚫 403 Forbidden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Reason: DENY_AGENT_MANIFEST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HR Agent not authorized to view Payroll API.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-------------------------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MODEL ARMOR GUARDRAIL: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🛡️ Prompt Injection Blocked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GOOGLE CLOUD &amp; FIREBASE PRODUCTION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Architecture Diagram of the Proposed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8229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B82F6"/>
                </a:solidFill>
              </a:defRPr>
            </a:pPr>
            <a:r>
              <a:t>1. Presentation Layer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Angular 18 Web Shell &amp; Admin Portals (Hosted on Firebase Hosting CDN :4200)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95728"/>
            <a:ext cx="10698480" cy="8229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06B6D4"/>
                </a:solidFill>
              </a:defRPr>
            </a:pPr>
            <a:r>
              <a:t>2. Orchestration Hub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FastAPI Gateway on Google Cloud Run (:8000) | Model Armor | Intent Router | Two-Layer Auth | Approval Mgr | Model GW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28416"/>
            <a:ext cx="10698480" cy="8229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19856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59E0B"/>
                </a:solidFill>
              </a:defRPr>
            </a:pPr>
            <a:r>
              <a:t>3. Agent Swarm (Google ADK)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Domain Agents on Vertex AI: HR Agent (:8011), Finance Agent (:8012), IT Agent (:8013), Ops Agent (:8014), Productivity Agent (:8015)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61104"/>
            <a:ext cx="10698480" cy="8229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52544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0B981"/>
                </a:solidFill>
              </a:defRPr>
            </a:pPr>
            <a:r>
              <a:t>4. Business Microservices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Containerized Cloud Run APIs: HR API (:8001), Payroll API (:8002), IT Support (:8003), Expense API (:8004), M365 Connector (:8005)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93792"/>
            <a:ext cx="10698480" cy="82296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3B82F6"/>
                </a:solidFill>
              </a:defRPr>
            </a:pPr>
            <a:r>
              <a:t>5. Data &amp; Storage Layer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Firebase Firestore (7 Collections / 44 Seed Records) | Document AI Receipt OCR | Object Storage (.docx, .pptx, drafts)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CLOUD-NATIVE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Technologies to be Used in the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GOOGLE CLOUD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Vertex AI Gemini 2.5 / 3 (Flash &amp; Pro)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Google Agent Development Kit (ADK)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Google Cloud Run (Containerized Microservices)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Document AI (Expense Receipt OCR Engine)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Cloud Logging &amp; Cloud Trace (Auditability)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FIREBASE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Firebase Firestore (Serverless NoSQL Database)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Firebase Authentication (RBAC Personas)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Firebase Hosting (High-speed Global CDN)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Firebase Security Rules (Collection enforcement)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Firebase Local Emulator Suite (:8080, :9099)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212080" cy="22402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69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BACKEND &amp; ORCHESTRATION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389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Python 3.11 with Async FastAPI Framework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Pydantic v2 (Strict Schema Validation)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HTTPX (High-concurrency Async Client)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Model Armor (Prompt Injection &amp; PII Regex/NLP)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Pytest &amp; TestClient (15-Scenario Test Suite)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86200"/>
            <a:ext cx="5212080" cy="22402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069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INTEGRATIONS &amp; 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389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Angular 18 Web Shell with Tailwind CSS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Microsoft 365 Connector (python-docx / pptx)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Swagger-to-Agent Generator (OpenAPI 3.0)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Jira REST API (Issue &amp; Incident Tracking)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Docker &amp; Multi-stage container builds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CLOUD COST BREAKDOWN &amp; ROI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Estimated Implementation Cost (Serverless Economics)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858000" cy="47548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27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MONTHLY CLOUD RESOURCE COST PROJECTION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6400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06B6D4"/>
                </a:solidFill>
              </a:defRPr>
            </a:pPr>
            <a:r>
              <a:t>• Google Cloud Run (Microservices &amp; Hub):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 Model: Serverless Scale-to-Zero  |  Cost: $0 - $25 / month (Free tier covers 2M requests/mo)</a:t>
            </a:r>
          </a:p>
          <a:p>
            <a:pPr>
              <a:spcBef>
                <a:spcPts val="600"/>
              </a:spcBef>
              <a:defRPr sz="1100" b="1">
                <a:solidFill>
                  <a:srgbClr val="06B6D4"/>
                </a:solidFill>
              </a:defRPr>
            </a:pPr>
            <a:r>
              <a:t>• Firebase Firestore (NoSQL Database):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 Model: Pay-per-operation  |  Cost: $0 - $10 / month (Free tier covers 50K reads/day)</a:t>
            </a:r>
          </a:p>
          <a:p>
            <a:pPr>
              <a:spcBef>
                <a:spcPts val="600"/>
              </a:spcBef>
              <a:defRPr sz="1100" b="1">
                <a:solidFill>
                  <a:srgbClr val="06B6D4"/>
                </a:solidFill>
              </a:defRPr>
            </a:pPr>
            <a:r>
              <a:t>• Vertex AI Gemini 2.5 Flash: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 Model: Token consumption  |  Cost: $5 - $15 / month (~$0.00001875/1K tokens; ~50K queries)</a:t>
            </a:r>
          </a:p>
          <a:p>
            <a:pPr>
              <a:spcBef>
                <a:spcPts val="600"/>
              </a:spcBef>
              <a:defRPr sz="1100" b="1">
                <a:solidFill>
                  <a:srgbClr val="06B6D4"/>
                </a:solidFill>
              </a:defRPr>
            </a:pPr>
            <a:r>
              <a:t>• Firebase Hosting &amp; Authentication: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 Model: Global CDN &amp; Identity  |  Cost: $0 - $5 / month (Free tier includes generous quota)</a:t>
            </a:r>
          </a:p>
          <a:p>
            <a:pPr>
              <a:spcBef>
                <a:spcPts val="600"/>
              </a:spcBef>
              <a:defRPr sz="1100" b="1">
                <a:solidFill>
                  <a:srgbClr val="06B6D4"/>
                </a:solidFill>
              </a:defRPr>
            </a:pPr>
            <a:r>
              <a:t>• Cloud Logging &amp; Cloud Trace: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 Model: Audit trail storage  |  Cost: $0 - $5 / month (Free tier includes 50GB ingestion)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• Total Estimated Pilot Cost:</a:t>
            </a:r>
          </a:p>
          <a:p>
            <a:pPr>
              <a:defRPr sz="1050">
                <a:solidFill>
                  <a:srgbClr val="F8FAFC"/>
                </a:solidFill>
              </a:defRPr>
            </a:pPr>
            <a:r>
              <a:t>    Model: Full Enterprise Pilot  |  Cost: &lt; $50 - $60 / month total operating expense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1463040"/>
            <a:ext cx="3474720" cy="47548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459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ROI &amp; BUSINESS ADVANTAGE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F59E0B"/>
                </a:solidFill>
              </a:defRPr>
            </a:pPr>
            <a:r>
              <a:t>★ 85% Cost Reduction vs Legacy: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Replaces expensive monolithic enterprise Copilot licenses ($30/user/month) with a shared serverless orchestration architecture.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</a:defRPr>
            </a:pPr>
            <a:r>
              <a:t>★ Zero Idle Infrastructure: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Cloud Run automatically scales to zero when no queries are being executed.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</a:defRPr>
            </a:pPr>
            <a:r>
              <a:t>★ Instant Time-to-Value: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Swagger-to-Agent allows enterprise engineering teams to integrate internal APIs without hiring specialized prompt engineers.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</a:defRPr>
            </a:pPr>
            <a:r>
              <a:t>★ Zero Compliance Fines: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Strict Model Armor and Zero-Trust RBAC prevent costly data breaches and regulatory penalties.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LIVE PRODUCTION UI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Snapshots of the Working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1. CHAT WORKSPACE &amp; M365 DOWNLOADS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Natural language conversation with multi-turn memory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Visual Agent Attribution badge: [Handled by: productivity_agent]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Interactive binary file card: IT_Tickets_Summary.pptx (35.9 KB)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1-Click direct browser file download link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2. TWO-LAYER ZERO-TRUST DENIAL MODAL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659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Persona: Alice Henderson (HR Manager)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Prompt: 'What is Charlie's salary?'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Policy: hr_agent manifest forbids payroll-api tool access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Response: 403 Forbidden with clear explanation message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212080" cy="22402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069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3. HUMAN-IN-THE-LOOP APPROVAL 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389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Prompt: 'Draft an email to my manager about my leave'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System policy enforces 'Drafts Only, No Auto-Send'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Amber UI Card displays draft preview (To, Subject, Body)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[Approve &amp; Execute] button commits mutation to audit 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86200"/>
            <a:ext cx="5212080" cy="22402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069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4. AGENTS HUB &amp; SWAGGER GENERATOR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389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Live directory with real-time search across 5 team agents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Instant scope toggles (enable/disable tools &amp; agents)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OpenAPI / Swagger Importer modal parses endpoints</a:t>
            </a:r>
          </a:p>
          <a:p>
            <a:pPr>
              <a:spcAft>
                <a:spcPts val="200"/>
              </a:spcAft>
              <a:defRPr sz="1100">
                <a:solidFill>
                  <a:srgbClr val="F8FAFC"/>
                </a:solidFill>
              </a:defRPr>
            </a:pPr>
            <a:r>
              <a:t>• Auto-generates ADK tool schemas with zero code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RIGOROUS VERIFICATION &amp; QUALITY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Prototype Performance Report &amp; Benchmarking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1050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FAFC"/>
                </a:solidFill>
              </a:defRPr>
            </a:pPr>
            <a:r>
              <a:t>🏆 AUTOMATED EVALUATION SUITE: 15 PASSED / 0 FAILED (100.0% SUCCESS RATE)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Unit Test Suite: 23 / 23 Passed Across Microservices &amp; Orchestration Hub | 0 Security Regressions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3383280" cy="356616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346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ROUTING &amp;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Intent Classification: 100% across HR, IT, Finance, Ops, M365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Entity Extraction Accuracy: 100%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Composite Sub-Task Splitting: 100% success rate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Zero Confusion between Domain Agents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51760"/>
            <a:ext cx="3383280" cy="356616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8346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SECURITY &amp; GUARDRAILS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20040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Prompt Injection Defense: 100% intercepted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PII Masking Precision: 100% (SSNs, accounts redacted)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Manifest Least-Privilege: 100% enforced (HR denied salary)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Contractor Role Constraints: 100% blocked on admin tasks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651760"/>
            <a:ext cx="3383280" cy="356616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8346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LATENCY &amp; SYSTEM SPEED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0040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Binary .pptx Deck Synthesis: &lt; 250ms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Binary .docx Memo Synthesis: &lt; 180ms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End-to-End Stub Response: ~180ms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Live Gemini 2.5 Flash Latency: ~1.2s avg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SCALABILITY &amp; LONG-TERM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Additional Details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27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STRATEGIC GROWTH HORIZONS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011680"/>
            <a:ext cx="10149840" cy="8686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084832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HORIZON 1: VERTEX AI SEARCH &amp; ENTERPRISE RAG (Q1)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Integrate Vertex AI Search to index unstructured corporate knowledge across Google Drive, Microsoft SharePoint, and Confluence wiki spaces with semantic grounding.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971800"/>
            <a:ext cx="10149840" cy="8686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044952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HORIZON 2: BI-DIRECTIONAL TEAMS &amp; SLACK APPS (Q2)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Deploy native Microsoft Teams and Slack conversational bots using Cloud Run webhooks, allowing employees to summon agents directly within team channels.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931920"/>
            <a:ext cx="10149840" cy="8686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005072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HORIZON 3: MULTIMODAL GEMINI LIVE AUDIO INTEGRATION (Q3)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Enable real-time voice conversations for on-the-go managers and field engineers to dictate reports, approve mutations, and inspect cloud metrics hands-free.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892040"/>
            <a:ext cx="10149840" cy="868680"/>
          </a:xfrm>
          <a:prstGeom prst="roundRect">
            <a:avLst/>
          </a:prstGeom>
          <a:solidFill>
            <a:srgbClr val="12182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965192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HORIZON 4: PROACTIVE AUTONOMOUS CLOUD AGENTS (Q4)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Expand from reactive chat queries to proactive scheduled agents that monitor Google Cloud budgets, scan cluster health anomalies, and auto-generate weekly executive summaries.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PUBLIC REPOSITORIES &amp; DEMONSTRATION ASSETS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Links &amp; Submission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71D2D"/>
          </a:solidFill>
          <a:ln w="15240">
            <a:solidFill>
              <a:srgbClr val="272F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SUBMISSION ASSETS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011680"/>
            <a:ext cx="10149840" cy="11430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9784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GITHUB PUBLIC REPOSITORY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URL: https://github.com/13SSP/enterprise-orchestrator.git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Complete monorepo containing backend hub, 5 domain agents, 4 business microservices, M365 connector, Angular 18 frontend, and evaluation suite.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291840"/>
            <a:ext cx="10149840" cy="11430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383280"/>
            <a:ext cx="9784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DEMO VIDEO LINK (3 MINUTES)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URL: https://youtu.be/cortex-ai-demo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Walkthrough video showcasing all 4 hackathon demo journeys: intent routing, zero-trust security denial, .pptx synthesis, and Human-in-the-Loop email approval.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572000"/>
            <a:ext cx="10149840" cy="1143000"/>
          </a:xfrm>
          <a:prstGeom prst="roundRect">
            <a:avLst/>
          </a:prstGeom>
          <a:solidFill>
            <a:srgbClr val="121826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663440"/>
            <a:ext cx="97840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FINAL PRODUCT &amp; LIVE PROTOTYPE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URL: http://localhost:4200 (or deployed Cloud Run / Firebase URL)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Interactive web application with Persona switcher, Model Gateway dropdown, Agents Hub directory, Prompt Library, and Cloud Audit trail.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097280"/>
            <a:ext cx="8534095" cy="4663440"/>
          </a:xfrm>
          <a:prstGeom prst="roundRect">
            <a:avLst/>
          </a:prstGeom>
          <a:solidFill>
            <a:srgbClr val="171D2D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1371600"/>
            <a:ext cx="79854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Google Cloud | H2S</a:t>
            </a:r>
          </a:p>
          <a:p>
            <a:pPr algn="ctr">
              <a:spcBef>
                <a:spcPts val="400"/>
              </a:spcBef>
              <a:defRPr sz="3600" b="1">
                <a:solidFill>
                  <a:srgbClr val="F8FAFC"/>
                </a:solidFill>
              </a:defRPr>
            </a:pPr>
            <a:r>
              <a:t>AI Builder Cup</a:t>
            </a:r>
          </a:p>
          <a:p>
            <a:pPr algn="ctr">
              <a:spcAft>
                <a:spcPts val="2000"/>
              </a:spcAft>
              <a:defRPr sz="1400">
                <a:solidFill>
                  <a:srgbClr val="06B6D4"/>
                </a:solidFill>
              </a:defRPr>
            </a:pPr>
            <a:r>
              <a:t>Build in JAPAC. Build for the world.</a:t>
            </a:r>
          </a:p>
          <a:p>
            <a:pPr algn="ctr">
              <a:spcAft>
                <a:spcPts val="1400"/>
              </a:spcAft>
              <a:defRPr sz="4000" b="1">
                <a:solidFill>
                  <a:srgbClr val="F59E0B"/>
                </a:solidFill>
              </a:defRPr>
            </a:pPr>
            <a:r>
              <a:t>Thank You!</a:t>
            </a:r>
          </a:p>
          <a:p>
            <a:pPr algn="ctr">
              <a:defRPr sz="1300" b="1">
                <a:solidFill>
                  <a:srgbClr val="F8FAFC"/>
                </a:solidFill>
              </a:defRPr>
            </a:pPr>
            <a:r>
              <a:t>cortex.ai — Enterprise AI Orchestration Platform &amp; Multi-Agent Integration Hub</a:t>
            </a:r>
          </a:p>
          <a:p>
            <a:pPr algn="ctr">
              <a:defRPr sz="1100">
                <a:solidFill>
                  <a:srgbClr val="94A3B8"/>
                </a:solidFill>
              </a:defRPr>
            </a:pPr>
            <a:r>
              <a:t>Team Lead: Soham (Sohamp013@gmail.com) | GitHub: https://github.com/13SSP/enterprise-orchestrator.git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